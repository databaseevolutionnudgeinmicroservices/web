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1574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A46EE8-F30C-C035-874E-212A45CD6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D2C92-63FB-89E5-8563-C9AF37216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AB6E68-292A-CAD0-6536-CEDE0FF7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33D9-0EA6-4910-A6FB-21313621F198}" type="datetimeFigureOut">
              <a:rPr lang="fr-BE" smtClean="0"/>
              <a:t>01-05-26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F4C548-6BD3-9B63-9945-133D215F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D294E0-2B1F-7F76-5EDA-0CDFB583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CA1B-AA95-4F1F-A5EF-C5DC8C13CF8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1486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DF6495-AF55-E1FA-47BE-9256B4D8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F06F72-4A50-E0B8-70A8-C2AB2136D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87DA17-0B00-0138-6F43-4C3C53E5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33D9-0EA6-4910-A6FB-21313621F198}" type="datetimeFigureOut">
              <a:rPr lang="fr-BE" smtClean="0"/>
              <a:t>01-05-26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E325D3-B74B-CA08-A028-6740CC10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7EFD1D-7C5A-66BC-EB14-9874F0D3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CA1B-AA95-4F1F-A5EF-C5DC8C13CF8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12162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D5E1D4-0251-4F8C-D9F8-B5C33C146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741290-8304-4520-7CCC-FA5F3FE6F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B6FDA6-0070-60C0-EB54-553B50B2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33D9-0EA6-4910-A6FB-21313621F198}" type="datetimeFigureOut">
              <a:rPr lang="fr-BE" smtClean="0"/>
              <a:t>01-05-26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FFB765-F824-C618-0EAA-09096A12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71468D-214F-F4D0-BE66-8CF219CB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CA1B-AA95-4F1F-A5EF-C5DC8C13CF8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8027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F03BEE-DE34-F539-197E-2374B0D11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A2A4AD-2332-871B-48C0-533559F91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F481875-2E26-E87D-DC28-8B2F27E50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1D5610-F630-586B-7DF2-E0FD7BE9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33D9-0EA6-4910-A6FB-21313621F198}" type="datetimeFigureOut">
              <a:rPr lang="fr-BE" smtClean="0"/>
              <a:t>01-05-26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1215BE0-1F7A-7889-0CED-6F8120F9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F8E996-F725-0A5E-4DFA-DAC64B12B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CA1B-AA95-4F1F-A5EF-C5DC8C13CF8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1651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C56DCF-5834-D3FE-6CFD-192E00A9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25990D-9676-842E-B37E-5673F6CDE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A96E8D8-5DD2-A07C-5EFB-7A8F95450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8D6E25F-CECC-8791-97E9-40D593A0B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7800FD0-475B-3C94-F9D6-10395F2779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5E6B6D5-30C6-D675-C3E8-04DA5C4C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33D9-0EA6-4910-A6FB-21313621F198}" type="datetimeFigureOut">
              <a:rPr lang="fr-BE" smtClean="0"/>
              <a:t>01-05-26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8A480D-3F6C-0AF4-B34C-A3A781A25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FB69948-2B37-043E-B039-4121DC55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CA1B-AA95-4F1F-A5EF-C5DC8C13CF8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714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5B4E84-E373-A5EF-88C0-948B9857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704F951-9B09-F949-0ED5-AA4C6FCD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33D9-0EA6-4910-A6FB-21313621F198}" type="datetimeFigureOut">
              <a:rPr lang="fr-BE" smtClean="0"/>
              <a:t>01-05-26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5832B45-DC86-1AA8-2EA7-7C6DDE31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FA7216-A800-95BE-91E3-21791D46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CA1B-AA95-4F1F-A5EF-C5DC8C13CF8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322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5B7492B-5C50-35A1-40C6-9B3E1AA62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33D9-0EA6-4910-A6FB-21313621F198}" type="datetimeFigureOut">
              <a:rPr lang="fr-BE" smtClean="0"/>
              <a:t>01-05-26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7310743-3E3D-0D99-D81B-C9B1317EC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2344BF-6689-F064-22FD-219D51562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CA1B-AA95-4F1F-A5EF-C5DC8C13CF8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41333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472F8C-4CB5-7F7A-8379-E8036F46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65253E-0755-FF9B-51B6-F479DC0F6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D89CBA-70DF-B710-51FB-3E25EFA6E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8084D7-D326-BA21-4B50-FEB001A3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33D9-0EA6-4910-A6FB-21313621F198}" type="datetimeFigureOut">
              <a:rPr lang="fr-BE" smtClean="0"/>
              <a:t>01-05-26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A89A6F-1C1C-70F0-026A-4BE260F6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7F1C4F-1A58-C0AD-3C85-E523C1BE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CA1B-AA95-4F1F-A5EF-C5DC8C13CF8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0191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79A4F-2914-5448-FF01-40DD9DCF7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FDB1F41-73CD-CC1F-44DC-BD17155712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9699F68-27E0-2DEE-7922-038CF3D73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337C2A-FBC4-6E37-FA68-81737750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33D9-0EA6-4910-A6FB-21313621F198}" type="datetimeFigureOut">
              <a:rPr lang="fr-BE" smtClean="0"/>
              <a:t>01-05-26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860277-20DF-FF8E-A266-1A3EF7CA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359D95-9F97-89C8-6D14-303C6EF4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CA1B-AA95-4F1F-A5EF-C5DC8C13CF8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8362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F89191-C8D9-13CE-7832-8DC16759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B24E5E9-E927-1FF0-B989-EE23E9967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825BA1-EF02-61A8-D67D-60388D69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33D9-0EA6-4910-A6FB-21313621F198}" type="datetimeFigureOut">
              <a:rPr lang="fr-BE" smtClean="0"/>
              <a:t>01-05-26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14BA62-E803-54F5-CA67-A5D23D79A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A8D81C-0F3A-A22F-BC89-3CFA8893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CA1B-AA95-4F1F-A5EF-C5DC8C13CF8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7010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8FDBA8E-8A23-D2BE-10DB-A0B02890E9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30E0955-E079-B6D0-7246-CC408758C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3EB1DC-2EC6-BDF7-1101-CA9DD4BE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33D9-0EA6-4910-A6FB-21313621F198}" type="datetimeFigureOut">
              <a:rPr lang="fr-BE" smtClean="0"/>
              <a:t>01-05-26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FA5869-E84C-D4B4-E244-F51B24FD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754C85-7CD2-6C26-F068-2D9E1723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CA1B-AA95-4F1F-A5EF-C5DC8C13CF8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89403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8C05DBE-8D0F-7096-8DBE-4075604C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6600B1-DF4F-BED1-D9E4-A857AD4BA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D1BB7D-F15C-9353-62CA-F281D5D55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E33D9-0EA6-4910-A6FB-21313621F198}" type="datetimeFigureOut">
              <a:rPr lang="fr-BE" smtClean="0"/>
              <a:t>01-05-26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A5FCDE-14AC-D303-8851-A31248A52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7263D2-C1AB-5575-DE91-19EB08A56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BCA1B-AA95-4F1F-A5EF-C5DC8C13CF8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8635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337C34E5-FDBF-3069-D4D5-F025D91C750B}"/>
              </a:ext>
            </a:extLst>
          </p:cNvPr>
          <p:cNvGrpSpPr/>
          <p:nvPr/>
        </p:nvGrpSpPr>
        <p:grpSpPr>
          <a:xfrm>
            <a:off x="3510579" y="663824"/>
            <a:ext cx="5170842" cy="5530352"/>
            <a:chOff x="4770881" y="2110775"/>
            <a:chExt cx="2650238" cy="2834500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93E6DE90-FCB8-4CE4-0AF7-6474E49A0B97}"/>
                </a:ext>
              </a:extLst>
            </p:cNvPr>
            <p:cNvCxnSpPr>
              <a:cxnSpLocks/>
            </p:cNvCxnSpPr>
            <p:nvPr/>
          </p:nvCxnSpPr>
          <p:spPr>
            <a:xfrm>
              <a:off x="4770881" y="2819400"/>
              <a:ext cx="0" cy="1417250"/>
            </a:xfrm>
            <a:prstGeom prst="line">
              <a:avLst/>
            </a:prstGeom>
            <a:noFill/>
            <a:ln w="12700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79B2D81E-7C03-112E-B1AA-940AA4C5161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528025"/>
              <a:ext cx="0" cy="1417250"/>
            </a:xfrm>
            <a:prstGeom prst="line">
              <a:avLst/>
            </a:prstGeom>
            <a:noFill/>
            <a:ln w="12700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886DEEE3-54FF-F727-908A-E823533A0C52}"/>
                </a:ext>
              </a:extLst>
            </p:cNvPr>
            <p:cNvCxnSpPr>
              <a:cxnSpLocks/>
            </p:cNvCxnSpPr>
            <p:nvPr/>
          </p:nvCxnSpPr>
          <p:spPr>
            <a:xfrm>
              <a:off x="7421119" y="2819400"/>
              <a:ext cx="0" cy="1417250"/>
            </a:xfrm>
            <a:prstGeom prst="line">
              <a:avLst/>
            </a:prstGeom>
            <a:noFill/>
            <a:ln w="12700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ABD40245-FF41-E271-7C0D-E187DEA528A0}"/>
                </a:ext>
              </a:extLst>
            </p:cNvPr>
            <p:cNvCxnSpPr>
              <a:cxnSpLocks/>
            </p:cNvCxnSpPr>
            <p:nvPr/>
          </p:nvCxnSpPr>
          <p:spPr>
            <a:xfrm>
              <a:off x="4770881" y="2819400"/>
              <a:ext cx="2650238" cy="1417250"/>
            </a:xfrm>
            <a:prstGeom prst="line">
              <a:avLst/>
            </a:prstGeom>
            <a:noFill/>
            <a:ln w="12700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A3580D16-E1CE-56F9-DEFA-7A90CB0E74F0}"/>
                </a:ext>
              </a:extLst>
            </p:cNvPr>
            <p:cNvCxnSpPr>
              <a:cxnSpLocks/>
            </p:cNvCxnSpPr>
            <p:nvPr/>
          </p:nvCxnSpPr>
          <p:spPr>
            <a:xfrm>
              <a:off x="4770881" y="4236650"/>
              <a:ext cx="1325119" cy="708625"/>
            </a:xfrm>
            <a:prstGeom prst="line">
              <a:avLst/>
            </a:prstGeom>
            <a:noFill/>
            <a:ln w="12700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6CAF7967-41C1-9E8B-1D4A-0B11FA00F36D}"/>
                </a:ext>
              </a:extLst>
            </p:cNvPr>
            <p:cNvCxnSpPr>
              <a:cxnSpLocks/>
            </p:cNvCxnSpPr>
            <p:nvPr/>
          </p:nvCxnSpPr>
          <p:spPr>
            <a:xfrm>
              <a:off x="4770881" y="3528024"/>
              <a:ext cx="1325119" cy="708625"/>
            </a:xfrm>
            <a:prstGeom prst="line">
              <a:avLst/>
            </a:prstGeom>
            <a:noFill/>
            <a:ln w="12700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4352ACD8-8C69-A39C-7FEE-5EB681B25F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2819400"/>
              <a:ext cx="1325119" cy="708625"/>
            </a:xfrm>
            <a:prstGeom prst="line">
              <a:avLst/>
            </a:prstGeom>
            <a:noFill/>
            <a:ln w="12700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3DCBE310-0128-74B8-04AF-DE4B53F3260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110775"/>
              <a:ext cx="1325119" cy="708625"/>
            </a:xfrm>
            <a:prstGeom prst="line">
              <a:avLst/>
            </a:prstGeom>
            <a:noFill/>
            <a:ln w="12700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120CF367-DA10-5B36-44A9-AC1D5C07E8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0881" y="2110775"/>
              <a:ext cx="1325119" cy="708625"/>
            </a:xfrm>
            <a:prstGeom prst="line">
              <a:avLst/>
            </a:prstGeom>
            <a:noFill/>
            <a:ln w="12700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0406482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Andre</dc:creator>
  <cp:lastModifiedBy>Maxime Andre</cp:lastModifiedBy>
  <cp:revision>1</cp:revision>
  <dcterms:created xsi:type="dcterms:W3CDTF">2026-05-01T18:40:47Z</dcterms:created>
  <dcterms:modified xsi:type="dcterms:W3CDTF">2026-05-01T18:40:47Z</dcterms:modified>
</cp:coreProperties>
</file>